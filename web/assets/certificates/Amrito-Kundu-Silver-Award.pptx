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caedc0f125a4692" /><Relationship Type="http://schemas.openxmlformats.org/officeDocument/2006/relationships/extended-properties" Target="/docProps/app.xml" Id="R62be7a1ee8ae4719" /><Relationship Type="http://schemas.openxmlformats.org/officeDocument/2006/relationships/officeDocument" Target="/ppt/presentation.xml" Id="R6f4cc4f50807404e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9a5d65cfb8da4aeb"/>
  </p:sldMasterIdLst>
  <p:notesMasterIdLst>
    <p:notesMasterId xmlns:r="http://schemas.openxmlformats.org/officeDocument/2006/relationships" r:id="R8930e26990c94ee7"/>
  </p:notesMasterIdLst>
  <p:sldIdLst>
    <p:sldId xmlns:r="http://schemas.openxmlformats.org/officeDocument/2006/relationships" id="256" r:id="R7bc250694eac4f0a"/>
  </p:sldIdLst>
  <p:sldSz cx="14630400" cy="8229600"/>
  <p:notesSz cx="6858000" cy="9144000"/>
  <p:embeddedFontLst>
    <p:embeddedFont>
      <p:font typeface="Play"/>
      <p:regular xmlns:r="http://schemas.openxmlformats.org/officeDocument/2006/relationships" r:id="R2126b8a39dd0413d"/>
      <p:bold xmlns:r="http://schemas.openxmlformats.org/officeDocument/2006/relationships" r:id="R8239cf7e6e0e4a06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a6a2d753e947d4" /><Relationship Type="http://schemas.openxmlformats.org/officeDocument/2006/relationships/slideMaster" Target="/ppt/slideMasters/slideMaster1.xml" Id="R9a5d65cfb8da4aeb" /><Relationship Type="http://schemas.openxmlformats.org/officeDocument/2006/relationships/notesMaster" Target="/ppt/notesMasters/notesMaster1.xml" Id="R8930e26990c94ee7" /><Relationship Type="http://schemas.openxmlformats.org/officeDocument/2006/relationships/presProps" Target="/ppt/presProps.xml" Id="R3000a179ff304d5f" /><Relationship Type="http://schemas.openxmlformats.org/officeDocument/2006/relationships/tableStyles" Target="/ppt/tableStyles.xml" Id="R6e6f84eddf374279" /><Relationship Type="http://schemas.openxmlformats.org/officeDocument/2006/relationships/font" Target="/ppt/fonts/font.dat" Id="R2126b8a39dd0413d" /><Relationship Type="http://schemas.openxmlformats.org/officeDocument/2006/relationships/font" Target="/ppt/fonts/font2.dat" Id="R8239cf7e6e0e4a06" /><Relationship Type="http://schemas.openxmlformats.org/officeDocument/2006/relationships/slide" Target="/ppt/slides/slide1.xml" Id="R7bc250694eac4f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7822be212f4e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374194516449c1" /><Relationship Type="http://schemas.openxmlformats.org/officeDocument/2006/relationships/notesMaster" Target="/ppt/notesMasters/notesMaster1.xml" Id="R5e63f855d5ff41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Source for recipient names, judging awards, and winner categories: organizer screenshots supplied by the user.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1A3868EE-E120-47A9-A7F7-0F4A1460887D_4_5005_c.jpeg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F1BA4873-49E8-4B71-AA05-BB5EB2ECC8C3_4_5005_c.jpeg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923CB504-6588-47E6-AAED-7A4CCCD13315_4_5005_c.jpeg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9977614E-2B03-4018-B8AA-8AE97939A7B3_4_5005_c.jpeg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sz="1200"/>
              <a:t>7D3402DF-66DC-4A49-8B44-3481E0BDA4E5_4_5005_c.jpeg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614dc82ff84dcf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7a3f334ce641b7" /><Relationship Type="http://schemas.openxmlformats.org/officeDocument/2006/relationships/slideLayout" Target="/ppt/slideLayouts/slideLayout1.xml" Id="R3573fc05f1b54f86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73fc05f1b54f86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61944abf8d4149" /><Relationship Type="http://schemas.openxmlformats.org/officeDocument/2006/relationships/image" Target="/ppt/media/image.png" Id="Rad93a38d1ed34c26" /><Relationship Type="http://schemas.openxmlformats.org/officeDocument/2006/relationships/image" Target="/ppt/media/image2.png" Id="R8e28833790de4403" /><Relationship Type="http://schemas.openxmlformats.org/officeDocument/2006/relationships/notesSlide" Target="/ppt/notesSlides/notesSlide1.xml" Id="R213243b4b0cb44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74AEB212-263D-4E06-8A21-382A24CB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91" y="201706"/>
            <a:ext cx="14076300" cy="782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12743"/>
            </a:solidFill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0925" tIns="120925" rIns="120925" bIns="12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4092C10C-4025-4609-96BF-3E1FF4A3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91" y="312644"/>
            <a:ext cx="13771500" cy="760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AD8949"/>
            </a:solidFill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0925" tIns="120925" rIns="120925" bIns="12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EF483524-F923-43BF-80D7-A1BB958B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55" y="453838"/>
            <a:ext cx="969900" cy="2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8949"/>
          </a:solidFill>
          <a:ln xmlns:a="http://schemas.openxmlformats.org/drawingml/2006/main" w="0">
            <a:noFill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0925" tIns="120925" rIns="120925" bIns="12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BED7EB5E-074F-43E6-B7DF-946567E9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55" y="453838"/>
            <a:ext cx="27600" cy="70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8949"/>
          </a:solidFill>
          <a:ln xmlns:a="http://schemas.openxmlformats.org/drawingml/2006/main" w="0">
            <a:noFill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0925" tIns="120925" rIns="120925" bIns="12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4216C626-48F5-4773-A081-46099D5F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7127" y="453838"/>
            <a:ext cx="969900" cy="2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8949"/>
          </a:solidFill>
          <a:ln xmlns:a="http://schemas.openxmlformats.org/drawingml/2006/main" w="0">
            <a:noFill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0925" tIns="120925" rIns="120925" bIns="12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1" name="Google Shape;21;p3">
            <a:extLst xmlns:a="http://schemas.openxmlformats.org/drawingml/2006/main">
              <a:ext uri="{FF2B5EF4-FFF2-40B4-BE49-F238E27FC236}">
                <a16:creationId xmlns:a16="http://schemas.microsoft.com/office/drawing/2014/main" id="{6EBEEDC5-2A6C-4B52-866E-A2CA5B4AA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9236" y="453838"/>
            <a:ext cx="27600" cy="70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8949"/>
          </a:solidFill>
          <a:ln xmlns:a="http://schemas.openxmlformats.org/drawingml/2006/main" w="0">
            <a:noFill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0925" tIns="120925" rIns="120925" bIns="12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2" name="Google Shape;22;p3">
            <a:extLst xmlns:a="http://schemas.openxmlformats.org/drawingml/2006/main">
              <a:ext uri="{FF2B5EF4-FFF2-40B4-BE49-F238E27FC236}">
                <a16:creationId xmlns:a16="http://schemas.microsoft.com/office/drawing/2014/main" id="{B1602716-05E6-49C1-A4B6-5402322D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55" y="7755591"/>
            <a:ext cx="969900" cy="2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8949"/>
          </a:solidFill>
          <a:ln xmlns:a="http://schemas.openxmlformats.org/drawingml/2006/main" w="0">
            <a:noFill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0925" tIns="120925" rIns="120925" bIns="12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3" name="Google Shape;23;p3">
            <a:extLst xmlns:a="http://schemas.openxmlformats.org/drawingml/2006/main">
              <a:ext uri="{FF2B5EF4-FFF2-40B4-BE49-F238E27FC236}">
                <a16:creationId xmlns:a16="http://schemas.microsoft.com/office/drawing/2014/main" id="{C2CDE7BB-1068-4D95-950B-D80E95E5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455" y="7069791"/>
            <a:ext cx="27600" cy="70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8949"/>
          </a:solidFill>
          <a:ln xmlns:a="http://schemas.openxmlformats.org/drawingml/2006/main" w="0">
            <a:noFill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0925" tIns="120925" rIns="120925" bIns="12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4" name="Google Shape;24;p3">
            <a:extLst xmlns:a="http://schemas.openxmlformats.org/drawingml/2006/main">
              <a:ext uri="{FF2B5EF4-FFF2-40B4-BE49-F238E27FC236}">
                <a16:creationId xmlns:a16="http://schemas.microsoft.com/office/drawing/2014/main" id="{55E36F75-7332-4690-BE52-6DC585FA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7127" y="7755591"/>
            <a:ext cx="969900" cy="2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8949"/>
          </a:solidFill>
          <a:ln xmlns:a="http://schemas.openxmlformats.org/drawingml/2006/main" w="0">
            <a:noFill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0925" tIns="120925" rIns="120925" bIns="12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5" name="Google Shape;25;p3">
            <a:extLst xmlns:a="http://schemas.openxmlformats.org/drawingml/2006/main">
              <a:ext uri="{FF2B5EF4-FFF2-40B4-BE49-F238E27FC236}">
                <a16:creationId xmlns:a16="http://schemas.microsoft.com/office/drawing/2014/main" id="{6E7613E3-3039-49B8-A882-BEECEC16C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9236" y="7069791"/>
            <a:ext cx="27600" cy="70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8949"/>
          </a:solidFill>
          <a:ln xmlns:a="http://schemas.openxmlformats.org/drawingml/2006/main" w="0">
            <a:noFill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0925" tIns="120925" rIns="120925" bIns="12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26" name="Google Shape;26;p3">
            <a:extLst xmlns:a="http://schemas.openxmlformats.org/drawingml/2006/main">
              <a:ext uri="{FF2B5EF4-FFF2-40B4-BE49-F238E27FC236}">
                <a16:creationId xmlns:a16="http://schemas.microsoft.com/office/drawing/2014/main" id="{F1A6A392-19EA-48DF-AF77-4FB98842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109" y="3065929"/>
            <a:ext cx="2008800" cy="104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DCEEFF"/>
              </a:buClr>
              <a:buSzPts val="7142"/>
              <a:buFont typeface="Play"/>
              <a:buNone/>
            </a:pPr>
            <a:r>
              <a:rPr sz="7142" b="1">
                <a:solidFill>
                  <a:srgbClr val="DCEEFF"/>
                </a:solidFill>
                <a:latin typeface="Play"/>
                <a:ea typeface="Play"/>
                <a:cs typeface="Play"/>
              </a:rPr>
              <a:t/>
            </a:r>
            <a:endParaRPr sz="1852"/>
          </a:p>
        </p:txBody>
      </p:sp>
      <p:sp>
        <p:nvSpPr>
          <p:cNvPr id="27" name="Google Shape;27;p3">
            <a:extLst xmlns:a="http://schemas.openxmlformats.org/drawingml/2006/main">
              <a:ext uri="{FF2B5EF4-FFF2-40B4-BE49-F238E27FC236}">
                <a16:creationId xmlns:a16="http://schemas.microsoft.com/office/drawing/2014/main" id="{E11EA0DA-14CD-433C-9A2E-96508E47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2509" y="3065929"/>
            <a:ext cx="1939500" cy="104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DCEEFF"/>
              </a:buClr>
              <a:buSzPts val="5952"/>
              <a:buFont typeface="Play"/>
              <a:buNone/>
            </a:pPr>
            <a:r>
              <a:rPr sz="5952" b="1">
                <a:solidFill>
                  <a:srgbClr val="DCEEFF"/>
                </a:solidFill>
                <a:latin typeface="Play"/>
                <a:ea typeface="Play"/>
                <a:cs typeface="Play"/>
              </a:rPr>
              <a:t/>
            </a:r>
            <a:endParaRPr sz="1852"/>
          </a:p>
        </p:txBody>
      </p:sp>
      <p:sp>
        <p:nvSpPr>
          <p:cNvPr id="28" name="Google Shape;28;p3">
            <a:extLst xmlns:a="http://schemas.openxmlformats.org/drawingml/2006/main">
              <a:ext uri="{FF2B5EF4-FFF2-40B4-BE49-F238E27FC236}">
                <a16:creationId xmlns:a16="http://schemas.microsoft.com/office/drawing/2014/main" id="{BA6E8C69-8F30-4AB6-9A46-F2136D17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1862"/>
            <a:ext cx="886778" cy="7058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BFEFFF"/>
              </a:buClr>
              <a:buSzPts val="5357"/>
              <a:buFont typeface="Arial"/>
              <a:buNone/>
            </a:pPr>
            <a:r>
              <a:rPr sz="5357" b="1">
                <a:solidFill>
                  <a:srgbClr val="BFEFFF"/>
                </a:solidFill>
                <a:latin typeface="Arial"/>
                <a:ea typeface="Arial"/>
                <a:cs typeface="Arial"/>
              </a:rPr>
              <a:t>&gt;</a:t>
            </a:r>
            <a:endParaRPr sz="1852"/>
          </a:p>
        </p:txBody>
      </p:sp>
      <p:sp>
        <p:nvSpPr>
          <p:cNvPr id="29" name="Google Shape;29;p3">
            <a:extLst xmlns:a="http://schemas.openxmlformats.org/drawingml/2006/main">
              <a:ext uri="{FF2B5EF4-FFF2-40B4-BE49-F238E27FC236}">
                <a16:creationId xmlns:a16="http://schemas.microsoft.com/office/drawing/2014/main" id="{A1646072-F40C-49AB-B508-D5E38204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9036" y="452152"/>
            <a:ext cx="831342" cy="6456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4A86E8"/>
              </a:buClr>
              <a:buSzPts val="4960"/>
              <a:buFont typeface="Arial"/>
              <a:buNone/>
            </a:pPr>
            <a:r>
              <a:rPr sz="4960" b="1">
                <a:solidFill>
                  <a:srgbClr val="4A86E8"/>
                </a:solidFill>
                <a:latin typeface="Arial"/>
                <a:ea typeface="Arial"/>
                <a:cs typeface="Arial"/>
              </a:rPr>
              <a:t>&gt;</a:t>
            </a:r>
            <a:endParaRPr sz="1852">
              <a:solidFill>
                <a:srgbClr val="4A86E8"/>
              </a:solidFill>
            </a:endParaRPr>
          </a:p>
        </p:txBody>
      </p:sp>
      <p:sp>
        <p:nvSpPr>
          <p:cNvPr id="30" name="Google Shape;30;p3">
            <a:extLst xmlns:a="http://schemas.openxmlformats.org/drawingml/2006/main">
              <a:ext uri="{FF2B5EF4-FFF2-40B4-BE49-F238E27FC236}">
                <a16:creationId xmlns:a16="http://schemas.microsoft.com/office/drawing/2014/main" id="{242FEDF6-495D-457C-B2E4-619BD3EB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718" y="482441"/>
            <a:ext cx="2161223" cy="5850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Clr>
                <a:srgbClr val="071D46"/>
              </a:buClr>
              <a:buSzPts val="4266"/>
              <a:buFont typeface="Arial"/>
              <a:buNone/>
            </a:pPr>
            <a:r>
              <a:rPr sz="4266" b="1">
                <a:solidFill>
                  <a:srgbClr val="071D46"/>
                </a:solidFill>
              </a:rPr>
              <a:t>CSC</a:t>
            </a:r>
            <a:endParaRPr sz="1852" b="1"/>
          </a:p>
        </p:txBody>
      </p:sp>
      <p:sp>
        <p:nvSpPr>
          <p:cNvPr id="31" name="Google Shape;31;p3">
            <a:extLst xmlns:a="http://schemas.openxmlformats.org/drawingml/2006/main">
              <a:ext uri="{FF2B5EF4-FFF2-40B4-BE49-F238E27FC236}">
                <a16:creationId xmlns:a16="http://schemas.microsoft.com/office/drawing/2014/main" id="{6ADBD158-FCC7-4F23-A900-801301DB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381125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B2D62"/>
              </a:buClr>
              <a:buSzPts val="1190"/>
              <a:buFont typeface="Arial"/>
              <a:buNone/>
              <a:defRPr sz="1500" b="1" i="0">
                <a:solidFill>
                  <a:srgbClr val="11274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2743"/>
                </a:solidFill>
                <a:latin typeface="Arial"/>
                <a:ea typeface="Arial"/>
                <a:cs typeface="Arial"/>
              </a:rPr>
              <a:t>CSC BACK-TO-SCHOOL HACKATHON</a:t>
            </a:r>
            <a:endParaRPr sz="1852"/>
          </a:p>
        </p:txBody>
      </p:sp>
      <p:sp>
        <p:nvSpPr>
          <p:cNvPr id="32" name="Google Shape;32;p3">
            <a:extLst xmlns:a="http://schemas.openxmlformats.org/drawingml/2006/main">
              <a:ext uri="{FF2B5EF4-FFF2-40B4-BE49-F238E27FC236}">
                <a16:creationId xmlns:a16="http://schemas.microsoft.com/office/drawing/2014/main" id="{D8A7EA05-BFEC-4FE5-9080-53AAC52EE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85950"/>
            <a:ext cx="7010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688FF"/>
              </a:buClr>
              <a:buSzPts val="1587"/>
              <a:buFont typeface="Arial"/>
              <a:buNone/>
              <a:defRPr sz="1500" b="1" i="0">
                <a:solidFill>
                  <a:srgbClr val="AD8949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AD8949"/>
                </a:solidFill>
                <a:latin typeface="Arial"/>
                <a:ea typeface="Arial"/>
                <a:cs typeface="Arial"/>
              </a:rPr>
              <a:t>CERTIFICATE OF</a:t>
            </a:r>
            <a:endParaRPr sz="1852"/>
          </a:p>
        </p:txBody>
      </p:sp>
      <p:sp>
        <p:nvSpPr>
          <p:cNvPr id="33" name="Google Shape;33;p3">
            <a:extLst xmlns:a="http://schemas.openxmlformats.org/drawingml/2006/main">
              <a:ext uri="{FF2B5EF4-FFF2-40B4-BE49-F238E27FC236}">
                <a16:creationId xmlns:a16="http://schemas.microsoft.com/office/drawing/2014/main" id="{72396D6A-EAAC-4A7C-91DA-8A9FCC3E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76475"/>
            <a:ext cx="1238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>
            <a:defPPr>
              <a:defRPr sz="5550"/>
            </a:defPPr>
          </a:lstStyle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71D46"/>
              </a:buClr>
              <a:buSzPts val="4762"/>
              <a:buFont typeface="Play"/>
              <a:buNone/>
              <a:defRPr sz="5550" b="0" i="0">
                <a:solidFill>
                  <a:srgbClr val="112743"/>
                </a:solidFill>
                <a:latin typeface="Georgia"/>
                <a:ea typeface="Georgia"/>
                <a:cs typeface="Georgia"/>
              </a:defRPr>
            </a:pPr>
            <a:r>
              <a:rPr sz="5550" b="0" i="0">
                <a:solidFill>
                  <a:srgbClr val="112743"/>
                </a:solidFill>
                <a:latin typeface="Georgia"/>
                <a:ea typeface="Georgia"/>
                <a:cs typeface="Georgia"/>
              </a:rPr>
              <a:t>Silver Award</a:t>
            </a:r>
            <a:endParaRPr sz="1852"/>
          </a:p>
        </p:txBody>
      </p:sp>
      <p:sp>
        <p:nvSpPr>
          <p:cNvPr id="34" name="Google Shape;34;p3">
            <a:extLst xmlns:a="http://schemas.openxmlformats.org/drawingml/2006/main">
              <a:ext uri="{FF2B5EF4-FFF2-40B4-BE49-F238E27FC236}">
                <a16:creationId xmlns:a16="http://schemas.microsoft.com/office/drawing/2014/main" id="{072F220F-C5EA-4432-AFC8-23C06C23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86125"/>
            <a:ext cx="266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D8949"/>
          </a:solidFill>
          <a:ln xmlns:a="http://schemas.openxmlformats.org/drawingml/2006/main" w="0">
            <a:noFill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0925" tIns="120925" rIns="120925" bIns="12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5" name="Google Shape;35;p3">
            <a:extLst xmlns:a="http://schemas.openxmlformats.org/drawingml/2006/main">
              <a:ext uri="{FF2B5EF4-FFF2-40B4-BE49-F238E27FC236}">
                <a16:creationId xmlns:a16="http://schemas.microsoft.com/office/drawing/2014/main" id="{C71306E5-AA51-4125-9E64-F93E2E79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581400"/>
            <a:ext cx="7867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48566D"/>
              </a:buClr>
              <a:buSzPts val="1190"/>
              <a:buFont typeface="Arial"/>
              <a:buNone/>
              <a:defRPr sz="1200" b="1" i="0">
                <a:solidFill>
                  <a:srgbClr val="52607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26072"/>
                </a:solidFill>
                <a:latin typeface="Arial"/>
                <a:ea typeface="Arial"/>
                <a:cs typeface="Arial"/>
              </a:rPr>
              <a:t>PRESENTED TO</a:t>
            </a:r>
            <a:endParaRPr sz="1852"/>
          </a:p>
        </p:txBody>
      </p:sp>
      <p:sp>
        <p:nvSpPr>
          <p:cNvPr id="36" name="Google Shape;36;p3">
            <a:extLst xmlns:a="http://schemas.openxmlformats.org/drawingml/2006/main">
              <a:ext uri="{FF2B5EF4-FFF2-40B4-BE49-F238E27FC236}">
                <a16:creationId xmlns:a16="http://schemas.microsoft.com/office/drawing/2014/main" id="{E55DC1DB-CB0C-4F39-961A-BB4A93B3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962400"/>
            <a:ext cx="1143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>
            <a:defPPr>
              <a:defRPr sz="5400"/>
            </a:defPPr>
          </a:lstStyle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10213E"/>
              </a:buClr>
              <a:buSzPts val="4762"/>
              <a:buFont typeface="Play"/>
              <a:buNone/>
              <a:defRPr sz="5400" b="0" i="1">
                <a:solidFill>
                  <a:srgbClr val="112743"/>
                </a:solidFill>
                <a:latin typeface="Georgia"/>
                <a:ea typeface="Georgia"/>
                <a:cs typeface="Georgia"/>
              </a:defRPr>
            </a:pPr>
            <a:r>
              <a:rPr sz="5400" b="0" i="1">
                <a:solidFill>
                  <a:srgbClr val="112743"/>
                </a:solidFill>
                <a:latin typeface="Georgia"/>
                <a:ea typeface="Georgia"/>
                <a:cs typeface="Georgia"/>
              </a:rPr>
              <a:t>Amrito Kundu</a:t>
            </a:r>
            <a:endParaRPr sz="1852"/>
          </a:p>
        </p:txBody>
      </p:sp>
      <p:sp>
        <p:nvSpPr>
          <p:cNvPr id="37" name="Google Shape;37;p3">
            <a:extLst xmlns:a="http://schemas.openxmlformats.org/drawingml/2006/main">
              <a:ext uri="{FF2B5EF4-FFF2-40B4-BE49-F238E27FC236}">
                <a16:creationId xmlns:a16="http://schemas.microsoft.com/office/drawing/2014/main" id="{ACFDC38C-2DAC-4975-9705-B7C6B2F0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962525"/>
            <a:ext cx="809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C4A6"/>
          </a:solidFill>
          <a:ln xmlns:a="http://schemas.openxmlformats.org/drawingml/2006/main" w="0">
            <a:noFill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0925" tIns="120925" rIns="120925" bIns="12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38" name="Google Shape;38;p3">
            <a:extLst xmlns:a="http://schemas.openxmlformats.org/drawingml/2006/main">
              <a:ext uri="{FF2B5EF4-FFF2-40B4-BE49-F238E27FC236}">
                <a16:creationId xmlns:a16="http://schemas.microsoft.com/office/drawing/2014/main" id="{FD7593DB-BF1E-4D44-A01C-5347D0C4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48275"/>
            <a:ext cx="11772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48566D"/>
              </a:buClr>
              <a:buSzPts val="1786"/>
              <a:buFont typeface="Arial"/>
              <a:buNone/>
              <a:defRPr sz="1800" b="0" i="0">
                <a:solidFill>
                  <a:srgbClr val="526072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26072"/>
                </a:solidFill>
                <a:latin typeface="Arial"/>
                <a:ea typeface="Arial"/>
                <a:cs typeface="Arial"/>
              </a:rPr>
              <a:t>Awarded for earning second place at the CSC Back-to-School Hackathon.</a:t>
            </a:r>
            <a:endParaRPr sz="1852"/>
          </a:p>
        </p:txBody>
      </p:sp>
      <p:sp>
        <p:nvSpPr>
          <p:cNvPr id="39" name="Google Shape;39;p3">
            <a:extLst xmlns:a="http://schemas.openxmlformats.org/drawingml/2006/main">
              <a:ext uri="{FF2B5EF4-FFF2-40B4-BE49-F238E27FC236}">
                <a16:creationId xmlns:a16="http://schemas.microsoft.com/office/drawing/2014/main" id="{F3392DC0-69E1-47AF-9461-97DA0716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753" y="7429500"/>
            <a:ext cx="346348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279"/>
          </a:solidFill>
          <a:ln xmlns:a="http://schemas.openxmlformats.org/drawingml/2006/main" w="0">
            <a:noFill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0925" tIns="120925" rIns="120925" bIns="12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0" name="Google Shape;40;p3">
            <a:extLst xmlns:a="http://schemas.openxmlformats.org/drawingml/2006/main">
              <a:ext uri="{FF2B5EF4-FFF2-40B4-BE49-F238E27FC236}">
                <a16:creationId xmlns:a16="http://schemas.microsoft.com/office/drawing/2014/main" id="{965E9FFC-C330-4B06-A833-9A151066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753" y="7515225"/>
            <a:ext cx="346348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48566D"/>
              </a:buClr>
              <a:buSzPts val="1091"/>
              <a:buFont typeface="Arial"/>
              <a:buNone/>
              <a:defRPr sz="1050" b="1" i="0">
                <a:solidFill>
                  <a:srgbClr val="5260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26072"/>
                </a:solidFill>
                <a:latin typeface="Arial"/>
                <a:ea typeface="Arial"/>
                <a:cs typeface="Arial"/>
              </a:rPr>
              <a:t>CSC PRESIDENT</a:t>
            </a:r>
            <a:endParaRPr sz="1852"/>
          </a:p>
        </p:txBody>
      </p:sp>
      <p:sp>
        <p:nvSpPr>
          <p:cNvPr id="41" name="Google Shape;41;p3">
            <a:extLst xmlns:a="http://schemas.openxmlformats.org/drawingml/2006/main">
              <a:ext uri="{FF2B5EF4-FFF2-40B4-BE49-F238E27FC236}">
                <a16:creationId xmlns:a16="http://schemas.microsoft.com/office/drawing/2014/main" id="{EE14E1CF-DA0D-48BE-BC4E-1FDB44E4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0071" y="7429500"/>
            <a:ext cx="3463481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279"/>
          </a:solidFill>
          <a:ln xmlns:a="http://schemas.openxmlformats.org/drawingml/2006/main" w="0">
            <a:noFill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0925" tIns="120925" rIns="120925" bIns="12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2" name="Google Shape;42;p3">
            <a:extLst xmlns:a="http://schemas.openxmlformats.org/drawingml/2006/main">
              <a:ext uri="{FF2B5EF4-FFF2-40B4-BE49-F238E27FC236}">
                <a16:creationId xmlns:a16="http://schemas.microsoft.com/office/drawing/2014/main" id="{A0BABC5F-5574-4C06-B9C3-DFA81CA7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0071" y="7515225"/>
            <a:ext cx="3463481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48566D"/>
              </a:buClr>
              <a:buSzPts val="1091"/>
              <a:buFont typeface="Arial"/>
              <a:buNone/>
              <a:defRPr sz="1050" b="1" i="0">
                <a:solidFill>
                  <a:srgbClr val="5260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26072"/>
                </a:solidFill>
                <a:latin typeface="Arial"/>
                <a:ea typeface="Arial"/>
                <a:cs typeface="Arial"/>
              </a:rPr>
              <a:t>CO-PRESIDENT</a:t>
            </a:r>
            <a:endParaRPr sz="1852"/>
          </a:p>
        </p:txBody>
      </p:sp>
      <p:sp>
        <p:nvSpPr>
          <p:cNvPr id="43" name="Google Shape;43;p3">
            <a:extLst xmlns:a="http://schemas.openxmlformats.org/drawingml/2006/main">
              <a:ext uri="{FF2B5EF4-FFF2-40B4-BE49-F238E27FC236}">
                <a16:creationId xmlns:a16="http://schemas.microsoft.com/office/drawing/2014/main" id="{D158557B-F1E7-4AA0-BE70-DAD83054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118" y="7429500"/>
            <a:ext cx="2078069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A279"/>
          </a:solidFill>
          <a:ln xmlns:a="http://schemas.openxmlformats.org/drawingml/2006/main" w="0">
            <a:noFill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0925" tIns="120925" rIns="120925" bIns="12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sp>
        <p:nvSpPr>
          <p:cNvPr id="44" name="Google Shape;44;p3">
            <a:extLst xmlns:a="http://schemas.openxmlformats.org/drawingml/2006/main">
              <a:ext uri="{FF2B5EF4-FFF2-40B4-BE49-F238E27FC236}">
                <a16:creationId xmlns:a16="http://schemas.microsoft.com/office/drawing/2014/main" id="{D7C18C33-C1F8-41BA-BC8E-EE74BD586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118" y="7515225"/>
            <a:ext cx="2078069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48566D"/>
              </a:buClr>
              <a:buSzPts val="1091"/>
              <a:buFont typeface="Arial"/>
              <a:buNone/>
              <a:defRPr sz="1050" b="1" i="0">
                <a:solidFill>
                  <a:srgbClr val="52607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26072"/>
                </a:solidFill>
                <a:latin typeface="Arial"/>
                <a:ea typeface="Arial"/>
                <a:cs typeface="Arial"/>
              </a:rPr>
              <a:t>DATE AWARDED</a:t>
            </a:r>
            <a:endParaRPr sz="1852"/>
          </a:p>
        </p:txBody>
      </p:sp>
      <p:sp>
        <p:nvSpPr>
          <p:cNvPr id="45" name="Google Shape;45;p3">
            <a:extLst xmlns:a="http://schemas.openxmlformats.org/drawingml/2006/main">
              <a:ext uri="{FF2B5EF4-FFF2-40B4-BE49-F238E27FC236}">
                <a16:creationId xmlns:a16="http://schemas.microsoft.com/office/drawing/2014/main" id="{455AF876-8A6E-4E36-9FFF-FC94B2B5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085850"/>
            <a:ext cx="73914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0B2D62"/>
              </a:buClr>
              <a:buSzPts val="1091"/>
              <a:buFont typeface="Arial"/>
              <a:buNone/>
              <a:defRPr sz="825" b="1" i="0">
                <a:solidFill>
                  <a:srgbClr val="112743"/>
                </a:solidFill>
                <a:latin typeface="Arial"/>
                <a:ea typeface="Arial"/>
                <a:cs typeface="Arial"/>
              </a:defRPr>
            </a:pPr>
            <a:r>
              <a:rPr sz="825" b="1" i="0">
                <a:solidFill>
                  <a:srgbClr val="112743"/>
                </a:solidFill>
                <a:latin typeface="Arial"/>
                <a:ea typeface="Arial"/>
                <a:cs typeface="Arial"/>
              </a:rPr>
              <a:t>WEBB COMPUTER SCIENCE FOR CHANGE</a:t>
            </a:r>
            <a:endParaRPr sz="1852"/>
          </a:p>
        </p:txBody>
      </p:sp>
      <p:sp>
        <p:nvSpPr>
          <p:cNvPr id="46" name="Google Shape;46;p3">
            <a:extLst xmlns:a="http://schemas.openxmlformats.org/drawingml/2006/main">
              <a:ext uri="{FF2B5EF4-FFF2-40B4-BE49-F238E27FC236}">
                <a16:creationId xmlns:a16="http://schemas.microsoft.com/office/drawing/2014/main" id="{800ED081-82ED-492B-B13E-801CDBD0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9127" y="7574056"/>
            <a:ext cx="2272200" cy="3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20925" tIns="120925" rIns="120925" bIns="1209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t/>
            </a:r>
            <a:endParaRPr sz="1800"/>
          </a:p>
        </p:txBody>
      </p:sp>
      <p:pic>
        <p:nvPicPr>
          <p:cNvPr id="85" name="Google Shape;47;p3">
            <a:extLst xmlns:a="http://schemas.openxmlformats.org/drawingml/2006/main">
              <a:ext uri="{FF2B5EF4-FFF2-40B4-BE49-F238E27FC236}">
                <a16:creationId xmlns:a16="http://schemas.microsoft.com/office/drawing/2014/main" id="{019DDB63-1379-4E86-BDA5-2852EBDB74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93a38d1ed34c26">
            <a:alphaModFix/>
          </a:blip>
          <a:stretch xmlns:a="http://schemas.openxmlformats.org/drawingml/2006/main"/>
        </p:blipFill>
        <p:spPr>
          <a:xfrm xmlns:a="http://schemas.openxmlformats.org/drawingml/2006/main" rot="0" flipH="0" flipV="0">
            <a:off x="3107531" y="5972175"/>
            <a:ext cx="1500188" cy="10001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8" name="Google Shape;48;p3">
            <a:extLst xmlns:a="http://schemas.openxmlformats.org/drawingml/2006/main">
              <a:ext uri="{FF2B5EF4-FFF2-40B4-BE49-F238E27FC236}">
                <a16:creationId xmlns:a16="http://schemas.microsoft.com/office/drawing/2014/main" id="{10BDEA64-09E1-4D4A-B462-3DE8C966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6753" y="7086600"/>
            <a:ext cx="34634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48566D"/>
              </a:buClr>
              <a:buSzPts val="1091"/>
              <a:buFont typeface="Arial"/>
              <a:buNone/>
              <a:defRPr sz="1800" b="1" i="0">
                <a:solidFill>
                  <a:srgbClr val="11274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2743"/>
                </a:solidFill>
                <a:latin typeface="Arial"/>
                <a:ea typeface="Arial"/>
                <a:cs typeface="Arial"/>
              </a:rPr>
              <a:t>Harry Chen</a:t>
            </a:r>
            <a:endParaRPr sz="2552"/>
          </a:p>
        </p:txBody>
      </p:sp>
      <p:sp>
        <p:nvSpPr>
          <p:cNvPr id="49" name="Google Shape;49;p3">
            <a:extLst xmlns:a="http://schemas.openxmlformats.org/drawingml/2006/main">
              <a:ext uri="{FF2B5EF4-FFF2-40B4-BE49-F238E27FC236}">
                <a16:creationId xmlns:a16="http://schemas.microsoft.com/office/drawing/2014/main" id="{DFF9B682-1312-4382-AC01-B46DF548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0071" y="7086600"/>
            <a:ext cx="3463481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48566D"/>
              </a:buClr>
              <a:buSzPts val="1091"/>
              <a:buFont typeface="Arial"/>
              <a:buNone/>
              <a:defRPr sz="1800" b="1" i="0">
                <a:solidFill>
                  <a:srgbClr val="11274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2743"/>
                </a:solidFill>
                <a:latin typeface="Arial"/>
                <a:ea typeface="Arial"/>
                <a:cs typeface="Arial"/>
              </a:rPr>
              <a:t>Ayaan Bhagat</a:t>
            </a:r>
            <a:endParaRPr sz="2552"/>
          </a:p>
        </p:txBody>
      </p:sp>
      <p:pic>
        <p:nvPicPr>
          <p:cNvPr id="88" name="Google Shape;50;p3">
            <a:extLst xmlns:a="http://schemas.openxmlformats.org/drawingml/2006/main">
              <a:ext uri="{FF2B5EF4-FFF2-40B4-BE49-F238E27FC236}">
                <a16:creationId xmlns:a16="http://schemas.microsoft.com/office/drawing/2014/main" id="{B8C2BC74-5554-4B7F-AAD4-DB913C1FEB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28833790de440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51342" y="6056281"/>
            <a:ext cx="4059365" cy="9825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1" name="Google Shape;51;p3">
            <a:extLst xmlns:a="http://schemas.openxmlformats.org/drawingml/2006/main">
              <a:ext uri="{FF2B5EF4-FFF2-40B4-BE49-F238E27FC236}">
                <a16:creationId xmlns:a16="http://schemas.microsoft.com/office/drawing/2014/main" id="{1577D2B7-A2B3-44D4-AA51-C48278F2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7086600"/>
            <a:ext cx="3181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48566D"/>
              </a:buClr>
              <a:buSzPts val="1091"/>
              <a:buFont typeface="Arial"/>
              <a:buNone/>
              <a:defRPr sz="1725" b="0" i="0">
                <a:solidFill>
                  <a:srgbClr val="11274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12743"/>
                </a:solidFill>
                <a:latin typeface="Arial"/>
                <a:ea typeface="Arial"/>
                <a:cs typeface="Arial"/>
              </a:rPr>
              <a:t>October 12, 2026</a:t>
            </a:r>
            <a:endParaRPr sz="2852"/>
          </a:p>
        </p:txBody>
      </p:sp>
    </p:spTree>
    <p:extLst>
      <p:ext uri="{BB962C8B-B14F-4D97-AF65-F5344CB8AC3E}">
        <p14:creationId xmlns:p14="http://schemas.microsoft.com/office/powerpoint/2010/main" val="2170933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2026-10-12T19:05:19.7770000Z</dcterms:created>
  <dcterms:modified xsi:type="dcterms:W3CDTF">2026-10-12T19:05:19.7770000Z</dcterms:modified>
</coreProperties>
</file>